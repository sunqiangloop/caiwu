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2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61"/>
  </p:normalViewPr>
  <p:slideViewPr>
    <p:cSldViewPr snapToGrid="0">
      <p:cViewPr varScale="1">
        <p:scale>
          <a:sx n="123" d="100"/>
          <a:sy n="123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D00FD-59D7-1480-881F-44C5593BE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49DCD6-8CAD-6E0F-C2F3-7657FAAD2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30E170-D039-CC07-0D52-9F191F15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100D4A-5C12-BBE1-7DAD-CE124B8D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8CB05-BBD3-CE51-A53D-39173DC6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091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E7405-4924-5595-8906-C4A7A2258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D6C8B-CE90-FF2E-B858-B28DA4560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FDAAD-6816-6474-8B52-B4CF290B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AABD92-247D-B69B-3DF2-65339A26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0A47F-2845-468F-312F-6FB7CE5C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0453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B1A87-6AE2-E005-7876-A7761A00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72A90-97F3-3112-4E7A-5E04ACBF9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C1EC7-84D3-0DC2-A055-D7AB0FAC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853A5-75E9-9BAF-F442-825796D5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EB98E-66FB-A069-9157-3B94F029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011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4E249-F86C-C469-6F25-A6393686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094D0-12B4-35AB-8CC3-79AA39D24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5A104D-BFA8-691A-D431-5F7FB2B00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973AF3-0689-13C6-E665-2F2333AF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D4A49A-C63B-5DA3-AF54-ABA1EC128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D6AD07-15B3-8DDA-9494-0A510A9E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003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9571-C5BB-F4A0-EC01-AF6F00C01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C07250-0CB3-3254-487B-B32A6BD5C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BFD301-B4B0-02FB-8B4F-AC688698D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943B4C-F5C2-8668-D9AC-FFB739447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B39F19-28AD-8A5E-6CE9-9CD86F859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ABCE70-1D6C-0EB0-3552-86B317014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7CAD07-F8C0-4BDE-C77A-241C0E4D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33E2EA-3EAF-54B8-FC7C-B997E7A3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128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E7432-BCAC-7154-1AB2-5316719F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7CC250-D977-8275-470A-4B990BF6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21D79E-2192-3E01-3533-5260DEAA4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46D4C5-1DB7-C4F4-F3C9-59976BF7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465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6BF0F2-4235-C5CA-DDFE-3CD288061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C5DE89-1F9D-7D18-BD8B-9CE733BE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37F56D-63E4-C95F-B69D-F6A79CC5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68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FD231-21BE-91E5-CEED-581A8314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7E9656-8139-3F0B-BE18-5BA5D6A0F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5FB955-3604-5DC8-6FAB-740881453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058902-AC6B-CA42-660C-48345920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7F4E3A-1332-4168-4F20-0FF9D302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EF60C8-125F-7076-9FBF-EE7A0F2B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99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B4E67-B77F-27DE-5A1B-40C13C92C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149BCF-A71D-C468-9E88-250B6B609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E17A1E-AFC0-982A-75A7-96D347E12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AAA37F-1D7C-FC4F-EC02-643E67FE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75F62-B2E2-C59E-C9CA-4D6F3ABC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B7C692-1287-72A0-1844-8143949D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8509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B193C-0656-AB5B-BFC0-8D7E64D8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84008C-13BA-BE92-7A0E-709E5D2A7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3EF550-F6AF-21CB-8438-B587A9A9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9C0282-5F03-6D9F-B3E8-C4D2E5D4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17CEB-10B3-920D-45EA-8AC52603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894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97233D-3817-6BE6-344E-21BADB399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761A1A-2B6B-63E5-2B94-59389347D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D4308-62A9-D28F-3D84-95FD1C28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303BA8-6F1E-2EE0-64A5-837E7C7A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62010D-F7FB-42E3-F479-D6EDC85EE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753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4B67D0-B48A-6CA5-4192-9D3098EC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1ACE1D-CA4D-BFEE-69C2-22D73F77B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CD1189-FC26-7FA7-3B1C-10D74841E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6AA72-0B07-AA4A-9ACC-40612024F2A0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46D1B-FFD2-6D16-3070-464AC17D7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B5D90-CDAC-6EA1-A6F3-BCEB2ECB2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4BEDF-D6B6-354D-98AB-08DF35AAD7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43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7FE6B-6015-65CF-8796-65086F732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构建业财税一体化的智能财务平台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516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DFE5B86-2A25-3130-26E1-34C8AE625C25}"/>
              </a:ext>
            </a:extLst>
          </p:cNvPr>
          <p:cNvSpPr/>
          <p:nvPr/>
        </p:nvSpPr>
        <p:spPr>
          <a:xfrm>
            <a:off x="8482707" y="428506"/>
            <a:ext cx="2796341" cy="24569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6B18C8-8251-704B-3F69-1C0E1A3D753C}"/>
              </a:ext>
            </a:extLst>
          </p:cNvPr>
          <p:cNvSpPr/>
          <p:nvPr/>
        </p:nvSpPr>
        <p:spPr>
          <a:xfrm>
            <a:off x="5331995" y="406400"/>
            <a:ext cx="2796341" cy="5120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7B22E1-BC0F-7B4D-3FE1-15F9336EEC8B}"/>
              </a:ext>
            </a:extLst>
          </p:cNvPr>
          <p:cNvSpPr/>
          <p:nvPr/>
        </p:nvSpPr>
        <p:spPr>
          <a:xfrm>
            <a:off x="162560" y="406400"/>
            <a:ext cx="4592320" cy="5120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679059-0C45-CEB9-5110-8CF2B445911A}"/>
              </a:ext>
            </a:extLst>
          </p:cNvPr>
          <p:cNvSpPr txBox="1"/>
          <p:nvPr/>
        </p:nvSpPr>
        <p:spPr>
          <a:xfrm>
            <a:off x="1641773" y="5468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财务管理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6FECF3-9140-A9AF-F05B-DE668E40A26B}"/>
              </a:ext>
            </a:extLst>
          </p:cNvPr>
          <p:cNvSpPr txBox="1"/>
          <p:nvPr/>
        </p:nvSpPr>
        <p:spPr>
          <a:xfrm>
            <a:off x="751840" y="1422400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结算管理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8F3968-19F8-BF9F-44FC-8B84366A638A}"/>
              </a:ext>
            </a:extLst>
          </p:cNvPr>
          <p:cNvSpPr txBox="1"/>
          <p:nvPr/>
        </p:nvSpPr>
        <p:spPr>
          <a:xfrm>
            <a:off x="751840" y="2153920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对帐管理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0B2933-AF9C-3654-E9F3-AE09B1DB4F91}"/>
              </a:ext>
            </a:extLst>
          </p:cNvPr>
          <p:cNvSpPr txBox="1"/>
          <p:nvPr/>
        </p:nvSpPr>
        <p:spPr>
          <a:xfrm>
            <a:off x="751840" y="2885440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应收管理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6FA933-5633-8FA6-D50D-2B3AC87AD41A}"/>
              </a:ext>
            </a:extLst>
          </p:cNvPr>
          <p:cNvSpPr txBox="1"/>
          <p:nvPr/>
        </p:nvSpPr>
        <p:spPr>
          <a:xfrm>
            <a:off x="751840" y="3616960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应付管理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BAC918-C230-F12A-1253-03BE37929FED}"/>
              </a:ext>
            </a:extLst>
          </p:cNvPr>
          <p:cNvSpPr txBox="1"/>
          <p:nvPr/>
        </p:nvSpPr>
        <p:spPr>
          <a:xfrm>
            <a:off x="751840" y="4450080"/>
            <a:ext cx="156966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资金账户管理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5FDB57-5AEE-F476-16EB-8297EA292A42}"/>
              </a:ext>
            </a:extLst>
          </p:cNvPr>
          <p:cNvSpPr txBox="1"/>
          <p:nvPr/>
        </p:nvSpPr>
        <p:spPr>
          <a:xfrm>
            <a:off x="2590800" y="1422400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费用报销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375354-2A0F-642B-2BE2-D6FC88EA4E53}"/>
              </a:ext>
            </a:extLst>
          </p:cNvPr>
          <p:cNvSpPr txBox="1"/>
          <p:nvPr/>
        </p:nvSpPr>
        <p:spPr>
          <a:xfrm>
            <a:off x="2585998" y="2153920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财务挂帐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827D9A-C8D3-043E-D761-00AC8FA0F40F}"/>
              </a:ext>
            </a:extLst>
          </p:cNvPr>
          <p:cNvSpPr txBox="1"/>
          <p:nvPr/>
        </p:nvSpPr>
        <p:spPr>
          <a:xfrm>
            <a:off x="2458720" y="2927866"/>
            <a:ext cx="156966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票据税务管理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75548D-350A-4A8C-6D7A-2FE81FF7C4BE}"/>
              </a:ext>
            </a:extLst>
          </p:cNvPr>
          <p:cNvSpPr txBox="1"/>
          <p:nvPr/>
        </p:nvSpPr>
        <p:spPr>
          <a:xfrm>
            <a:off x="2585998" y="3752612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异动管理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EC654A-438E-6AAD-0D6F-0F4AAEC3E1EE}"/>
              </a:ext>
            </a:extLst>
          </p:cNvPr>
          <p:cNvSpPr txBox="1"/>
          <p:nvPr/>
        </p:nvSpPr>
        <p:spPr>
          <a:xfrm>
            <a:off x="6319520" y="5788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会计管理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A5E10E-AF1E-80C6-5956-C889C207D6E5}"/>
              </a:ext>
            </a:extLst>
          </p:cNvPr>
          <p:cNvSpPr txBox="1"/>
          <p:nvPr/>
        </p:nvSpPr>
        <p:spPr>
          <a:xfrm>
            <a:off x="6319520" y="1347986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会计基础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387836-6DD5-4E6B-8E19-791F272C5257}"/>
              </a:ext>
            </a:extLst>
          </p:cNvPr>
          <p:cNvSpPr txBox="1"/>
          <p:nvPr/>
        </p:nvSpPr>
        <p:spPr>
          <a:xfrm>
            <a:off x="6319520" y="2078613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凭证管理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BE072C-5EDC-FF7C-86F0-AD4D415B99D9}"/>
              </a:ext>
            </a:extLst>
          </p:cNvPr>
          <p:cNvSpPr txBox="1"/>
          <p:nvPr/>
        </p:nvSpPr>
        <p:spPr>
          <a:xfrm>
            <a:off x="6319520" y="2878296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会计引擎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9BF3D0-027D-3700-8D3F-B38548996C1A}"/>
              </a:ext>
            </a:extLst>
          </p:cNvPr>
          <p:cNvSpPr txBox="1"/>
          <p:nvPr/>
        </p:nvSpPr>
        <p:spPr>
          <a:xfrm>
            <a:off x="6319520" y="3620532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期末处理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921138-50C4-0350-416E-AF82ABE5188D}"/>
              </a:ext>
            </a:extLst>
          </p:cNvPr>
          <p:cNvSpPr txBox="1"/>
          <p:nvPr/>
        </p:nvSpPr>
        <p:spPr>
          <a:xfrm>
            <a:off x="9326880" y="5468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数据报表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B6CBE6-6804-78A8-EEFA-D033D97858EA}"/>
              </a:ext>
            </a:extLst>
          </p:cNvPr>
          <p:cNvSpPr txBox="1"/>
          <p:nvPr/>
        </p:nvSpPr>
        <p:spPr>
          <a:xfrm>
            <a:off x="9326880" y="1317228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法定报表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6BFEC3-25FE-DC02-5895-90D7F21CEFCF}"/>
              </a:ext>
            </a:extLst>
          </p:cNvPr>
          <p:cNvSpPr txBox="1"/>
          <p:nvPr/>
        </p:nvSpPr>
        <p:spPr>
          <a:xfrm>
            <a:off x="9326880" y="2078613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管理报表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D7C2EB-8637-928E-57AB-DAC8B0CF89C6}"/>
              </a:ext>
            </a:extLst>
          </p:cNvPr>
          <p:cNvSpPr/>
          <p:nvPr/>
        </p:nvSpPr>
        <p:spPr>
          <a:xfrm>
            <a:off x="8482706" y="3277493"/>
            <a:ext cx="2796341" cy="24569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2AF535-DF35-EEEB-1677-A1C21504B742}"/>
              </a:ext>
            </a:extLst>
          </p:cNvPr>
          <p:cNvSpPr txBox="1"/>
          <p:nvPr/>
        </p:nvSpPr>
        <p:spPr>
          <a:xfrm>
            <a:off x="9096046" y="346979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财务系统设置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FCDB15A-DE7B-E049-CBA7-F91B4DDE0A8E}"/>
              </a:ext>
            </a:extLst>
          </p:cNvPr>
          <p:cNvSpPr txBox="1"/>
          <p:nvPr/>
        </p:nvSpPr>
        <p:spPr>
          <a:xfrm>
            <a:off x="9326878" y="4906687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基础设置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3C5ADE-33E4-D6C1-2F84-FF72635C2E23}"/>
              </a:ext>
            </a:extLst>
          </p:cNvPr>
          <p:cNvSpPr txBox="1"/>
          <p:nvPr/>
        </p:nvSpPr>
        <p:spPr>
          <a:xfrm>
            <a:off x="2675870" y="4446385"/>
            <a:ext cx="1338828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预算与绩效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3637-A80E-F4A8-4BC9-2485B6349533}"/>
              </a:ext>
            </a:extLst>
          </p:cNvPr>
          <p:cNvSpPr txBox="1"/>
          <p:nvPr/>
        </p:nvSpPr>
        <p:spPr>
          <a:xfrm>
            <a:off x="9326878" y="4194980"/>
            <a:ext cx="110799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权限管理</a:t>
            </a:r>
          </a:p>
        </p:txBody>
      </p:sp>
    </p:spTree>
    <p:extLst>
      <p:ext uri="{BB962C8B-B14F-4D97-AF65-F5344CB8AC3E}">
        <p14:creationId xmlns:p14="http://schemas.microsoft.com/office/powerpoint/2010/main" val="625567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C9825C4-DDB6-231E-53BC-E78F7A897827}"/>
              </a:ext>
            </a:extLst>
          </p:cNvPr>
          <p:cNvSpPr txBox="1"/>
          <p:nvPr/>
        </p:nvSpPr>
        <p:spPr>
          <a:xfrm>
            <a:off x="518160" y="4876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支付流程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929A75-D6C7-EC3B-7447-FF839A574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19" y="1063764"/>
            <a:ext cx="11604817" cy="539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7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2643B0D-870D-067B-BA11-3B85BAEA4553}"/>
              </a:ext>
            </a:extLst>
          </p:cNvPr>
          <p:cNvSpPr txBox="1"/>
          <p:nvPr/>
        </p:nvSpPr>
        <p:spPr>
          <a:xfrm>
            <a:off x="336331" y="34684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客户开票付款流程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C692A9-6F3B-9AAD-02B2-18D9CC1B3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1289"/>
            <a:ext cx="12192000" cy="531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39D3B72-4855-7A9A-5952-D83A569AA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8" y="993228"/>
            <a:ext cx="12175512" cy="58647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2D49701-8792-D98C-78A3-663481E58241}"/>
              </a:ext>
            </a:extLst>
          </p:cNvPr>
          <p:cNvSpPr txBox="1"/>
          <p:nvPr/>
        </p:nvSpPr>
        <p:spPr>
          <a:xfrm>
            <a:off x="378372" y="4414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凭证分录</a:t>
            </a:r>
          </a:p>
        </p:txBody>
      </p:sp>
    </p:spTree>
    <p:extLst>
      <p:ext uri="{BB962C8B-B14F-4D97-AF65-F5344CB8AC3E}">
        <p14:creationId xmlns:p14="http://schemas.microsoft.com/office/powerpoint/2010/main" val="3217383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69A283F-2E31-9C6F-C929-2D0DB46AE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6417"/>
            <a:ext cx="12080240" cy="697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67</Words>
  <Application>Microsoft Macintosh PowerPoint</Application>
  <PresentationFormat>宽屏</PresentationFormat>
  <Paragraphs>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构建业财税一体化的智能财务平台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构建业财税一体化的智能财务平台</dc:title>
  <dc:creator>qiang sun</dc:creator>
  <cp:lastModifiedBy>qiang sun</cp:lastModifiedBy>
  <cp:revision>11</cp:revision>
  <dcterms:created xsi:type="dcterms:W3CDTF">2026-01-05T05:14:15Z</dcterms:created>
  <dcterms:modified xsi:type="dcterms:W3CDTF">2026-01-06T08:20:12Z</dcterms:modified>
</cp:coreProperties>
</file>